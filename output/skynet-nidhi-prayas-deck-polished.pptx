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91440" cy="2286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800">
                <a:solidFill>
                  <a:srgbClr val="FFFFFF"/>
                </a:solidFill>
                <a:latin typeface="Arial"/>
              </a:defRPr>
            </a:pPr>
            <a:r>
              <a:t>Skynet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A0A0A0"/>
                </a:solidFill>
                <a:latin typeface="Arial"/>
              </a:defRPr>
            </a:pPr>
            <a:r>
              <a:t>Verifiable Drone Spray Coverage for Tamil Nadu Farmers.</a:t>
            </a:r>
            <a:br/>
            <a:r>
              <a:t>Hardware-verified, farmer-trusted.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Farmers pay for drone spraying but cannot verify if the entire field was covered.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Lack of proof leads to disputes and low trust between farmers and drone pilots.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Manual labour shortages make drones essential, but current solutions waste chemicals and increase costs.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Smallholder farmers are excluded due to the lack of affordable and trustworthy Drone-as-a-Service (DaaS) platforms.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Our Solution: PCVM Gen-1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Hardware-verified proof of drone spray coverage.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Centimetre-accurate GNSS track logging directly on the drone.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Tamper-evident, offline-first logs ensuring data integrity in rural areas.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Geo-verified coverage maps mapped against actual field boundaries.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Exportable 'proof packets' providing verifiable coverage percentages to the farmer.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Innovation &amp;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Low-cost hardware combined with advanced analytics for verifiable proof.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Designed specifically for rural operations with an offline-first, tamper-evident architecture.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Automated boundary-alignment and gap-detection systems.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Acts as a foundational trust layer for DaaS pilots and Farmer Producer Organizations (FPOs).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Target Market: Coimbatore → Western Tamil Nadu → Delta Belt.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DaaS Pricing Band: ₹300–700 per acre.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Highly scalable entry clusters: 500 farmers × 4 sprays.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Single pilot cluster GMV is highly profitable and sets up immediate regional expansion.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Revenue Stream 1: Per-acre service fee for verified spraying.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Revenue Stream 2: Dedicated contracts with FPOs and large estates.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Revenue Stream 3: PCVM hardware rental/sale post-commercialization.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Revenue Stream 4: Aggregated precision data services (Phase 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Competitors rely on manual pilot reports or expensive enterprise software.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Skynet Differentiator 1: Hardware-verified cryptographic proof.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Skynet Differentiator 2: FPO-first go-to-market strategy.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Skynet Differentiator 3: Built for rural India with deep offline UX capabilities.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Phase 1: Build and field-validate the PCVM Gen-1 prototype.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Phase 2: Pilot batch (20-30 units) deployment and beta bookings.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Phase 3: Secure FPO contracts and validate unit economics.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Phase 4: Scale operations and launch advanced data services.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Traction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Comprehensive market research and Product Requirements Document (PRD) finalized.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Hardware prototypes actively entering development phase.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Planned field validation includes over 10 field trials and 20+ direct feedback loops.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Establishing MOUs with regional pilot clusters.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A multi-disciplinary team combining hardware, firmware, and business strategy.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Expertise in Agriculture technology and Drone Operations.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Deep understanding of the Tamil Nadu farming landscape.</a:t>
            </a:r>
          </a:p>
          <a:p>
            <a:pPr>
              <a:spcAft>
                <a:spcPts val="2000"/>
              </a:spcAft>
              <a:defRPr sz="2400">
                <a:solidFill>
                  <a:srgbClr val="DCDCDC"/>
                </a:solidFill>
                <a:latin typeface="Arial"/>
              </a:defRPr>
            </a:pPr>
            <a:r>
              <a:t>Committed to building scalable, trust-driven platforms for rural economies.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91440" cy="2286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800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A0A0A0"/>
                </a:solidFill>
                <a:latin typeface="Arial"/>
              </a:defRPr>
            </a:pPr>
            <a:r>
              <a:t>Skynet - Making every acre accountable.</a:t>
            </a:r>
            <a:br/>
            <a:r>
              <a:t>Contact the Lead Innovator for investment or partnership opportunities.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