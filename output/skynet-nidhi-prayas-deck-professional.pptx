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0A3250"/>
                </a:solidFill>
              </a:defRPr>
            </a:pPr>
            <a:r>
              <a:t>Skynet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84673"/>
                </a:solidFill>
              </a:defRPr>
            </a:pPr>
            <a:r>
              <a:t>Verifiable Drone Spray Coverage for Tamil Nadu Farmers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1E27"/>
                </a:solidFill>
              </a:defRPr>
            </a:pPr>
            <a:r>
              <a:t>NIDHI-PRAYAS Prototype Grant Application</a:t>
            </a:r>
          </a:p>
          <a:p>
            <a:pPr>
              <a:defRPr sz="1600">
                <a:solidFill>
                  <a:srgbClr val="161E27"/>
                </a:solidFill>
              </a:defRPr>
            </a:pPr>
            <a:r>
              <a:t>Innovator / Startup: Skynet</a:t>
            </a:r>
          </a:p>
          <a:p>
            <a:pPr>
              <a:defRPr sz="1600">
                <a:solidFill>
                  <a:srgbClr val="161E27"/>
                </a:solidFill>
              </a:defRPr>
            </a:pPr>
            <a:r>
              <a:t>Location: Coimbatore, Tamil Nadu</a:t>
            </a:r>
          </a:p>
          <a:p>
            <a:pPr>
              <a:defRPr sz="1600">
                <a:solidFill>
                  <a:srgbClr val="161E27"/>
                </a:solidFill>
              </a:defRPr>
            </a:pPr>
            <a:r>
              <a:t>Grant sought: ₹10,00,000</a:t>
            </a:r>
          </a:p>
          <a:p>
            <a:pPr>
              <a:defRPr sz="1600">
                <a:solidFill>
                  <a:srgbClr val="161E27"/>
                </a:solidFill>
              </a:defRPr>
            </a:pPr>
            <a:r>
              <a:t>Duration: 6–8 months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822960"/>
            <a:ext cx="27432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grant pitch deck •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250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486400" cy="1737360"/>
          </a:xfrm>
          <a:prstGeom prst="rect">
            <a:avLst/>
          </a:prstGeom>
          <a:solidFill>
            <a:srgbClr val="D7F5E6"/>
          </a:solidFill>
          <a:ln>
            <a:solidFill>
              <a:srgbClr val="00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161E27"/>
                </a:solidFill>
              </a:defRPr>
            </a:pPr>
            <a:r>
              <a:t>No proof of coverage</a:t>
            </a:r>
          </a:p>
          <a:p>
            <a:pPr>
              <a:defRPr sz="1600">
                <a:solidFill>
                  <a:srgbClr val="2D3746"/>
                </a:solidFill>
              </a:defRPr>
            </a:pPr>
            <a:r>
              <a:t>Farmers cannot verify spray execution, generating disputes and limiting trust.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463040"/>
            <a:ext cx="5486400" cy="1737360"/>
          </a:xfrm>
          <a:prstGeom prst="rect">
            <a:avLst/>
          </a:prstGeom>
          <a:solidFill>
            <a:srgbClr val="D7F5E6"/>
          </a:solidFill>
          <a:ln>
            <a:solidFill>
              <a:srgbClr val="00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161E27"/>
                </a:solidFill>
              </a:defRPr>
            </a:pPr>
            <a:r>
              <a:t>Manual labour shortage</a:t>
            </a:r>
          </a:p>
          <a:p>
            <a:pPr>
              <a:defRPr sz="1600">
                <a:solidFill>
                  <a:srgbClr val="2D3746"/>
                </a:solidFill>
              </a:defRPr>
            </a:pPr>
            <a:r>
              <a:t>TN has acute farm labour gaps; drone spraying is essential.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83280"/>
            <a:ext cx="5486400" cy="1737360"/>
          </a:xfrm>
          <a:prstGeom prst="rect">
            <a:avLst/>
          </a:prstGeom>
          <a:solidFill>
            <a:srgbClr val="D7F5E6"/>
          </a:solidFill>
          <a:ln>
            <a:solidFill>
              <a:srgbClr val="00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161E27"/>
                </a:solidFill>
              </a:defRPr>
            </a:pPr>
            <a:r>
              <a:t>Waste &amp; cost risk</a:t>
            </a:r>
          </a:p>
          <a:p>
            <a:pPr>
              <a:defRPr sz="1600">
                <a:solidFill>
                  <a:srgbClr val="2D3746"/>
                </a:solidFill>
              </a:defRPr>
            </a:pPr>
            <a:r>
              <a:t>Over/under-spray reduces yield and raises input costs.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383280"/>
            <a:ext cx="5486400" cy="1737360"/>
          </a:xfrm>
          <a:prstGeom prst="rect">
            <a:avLst/>
          </a:prstGeom>
          <a:solidFill>
            <a:srgbClr val="D7F5E6"/>
          </a:solidFill>
          <a:ln>
            <a:solidFill>
              <a:srgbClr val="009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161E27"/>
                </a:solidFill>
              </a:defRPr>
            </a:pPr>
            <a:r>
              <a:t>Smallholder access</a:t>
            </a:r>
          </a:p>
          <a:p>
            <a:pPr>
              <a:defRPr sz="1600">
                <a:solidFill>
                  <a:srgbClr val="2D3746"/>
                </a:solidFill>
              </a:defRPr>
            </a:pPr>
            <a:r>
              <a:t>Farmers need affordable DaaS, not expensive drone ownership.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250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E27"/>
                </a:solidFill>
              </a:defRPr>
            </a:pPr>
            <a:r>
              <a:t>Proof-of-Coverage Verification Module (PCVM) Gen-1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Captures GPS flight track on spray runs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Stores tamper-evident offline logs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Aligns coverage to farmer KMZ boundaries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Produces exportable GPX/GeoJSON proof packets</a:t>
            </a:r>
          </a:p>
        </p:txBody>
      </p:sp>
      <p:pic>
        <p:nvPicPr>
          <p:cNvPr id="4" name="Picture 3" descr="coverag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Innovation &amp; Differentiation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Low-cost hardware + analytics for verifiable service proof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Offline-first field design with tamper-evident logging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Boundary alignment and gap detection for precision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Trust layer for DaaS, FPOs, and smallholder 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Prototype Focus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Field-ready PCVM hardware logger for agricultural spray drones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GNSS tracker, MCU edge compute, rugged enclosure, field mount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Offline proof packet generation; easy drone integration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Built for 6–8 month NIDHI-PRAYAS prototype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Market Opportunity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Tamil Nadu entry: Coimbatore → Western TN → Delta paddy belt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DaaS pricing band: ₹300–700/acre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Year-1 cluster economics: 500 farmers × 4 sprays × ₹400 = ₹8L GMV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Growth path: FPO contracts, service bundles, PCVM licensing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Business Model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Per-acre service fee for verified spray delivery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Seasonal bulk pricing for FPOs and estates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PCVM rental/sale to pilot partners post-commercialization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Data services upsell (NDVI, monitoring) in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Competitive Edge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Hardware-verified proof, not just a booking app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Designed for rural offline conditions and smallholders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Built around FPO/CHC GTM and local pilot trust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Aligns directly with NIDHI-PRAYAS prototype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Roadmap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 1: Design freeze, BOM lock, procurement kickoff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Months 2–3: Lab prototype build and GPS log validation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Months 4–5: Drone integration and tethered tests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Months 6–7: 10+ field trials, farmer feedback, field hardening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 8: Final report, commercialization package, DST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3250"/>
                </a:solidFill>
              </a:defRPr>
            </a:pPr>
            <a:r>
              <a:t>Budget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0350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1E27"/>
                </a:solidFill>
              </a:defRPr>
            </a:pPr>
            <a:r>
              <a:t>₹10,00,000 budget aligned to NIDHI-PRAYAS heads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Sensors, electronics, and mechanical integration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Field trials, PRAYAS Shala prototyping, and compliance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Contingency for iteration and supply-chain risk</a:t>
            </a:r>
          </a:p>
        </p:txBody>
      </p:sp>
      <p:pic>
        <p:nvPicPr>
          <p:cNvPr id="4" name="Picture 3" descr="budg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Team &amp; Execution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Lead Innovator: product + grant ownership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Hardware/IoT: sensor integration and prototype build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Agriculture advisor: TN farming and FPO relationships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Drone operations: licensed pilot support and test execution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Business/GTM: local market launch and FPO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Traction &amp; Validation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Market research and PRD completed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Pre-grant status: prototype not yet built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Grant objective: build and validate PCVM Gen-1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Field validation: 10+ demo plots and 20+ stakeholder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IP &amp; Compliance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IP to vest with applicant per PRAYAS/DST terms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Indian citizenship and NOC requirement captured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DGCA-aligned drone operations with licensed pilots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Prototype tests in controlled field conditions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Commercialization Path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Months 9–12: PCVM pilot batch (20–30 units) and beta partners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Months 12–18: FPO contracts and early unit economics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Year 3+: regional expansion, data services, PCVM licensing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Objective: TRL 6 field validation converted to market-ready offering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The Ask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Request ₹10,00,000 for PCVM Gen-1 prototype and validation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Deliverables: field-tested physical prototype, proof reports, DST submission pack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Outcome: verified DaaS trust infrastructure for TN agriculture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Aligned with NIDHI-PRAYAS priority sectors: Agriculture +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0A3250"/>
                </a:solidFill>
              </a:defRPr>
            </a:pPr>
            <a:r>
              <a:t>Appendix &amp; Submission Notes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Completed application form and supporting ID documents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Team &amp; Eligibility details in team-and-eligibility.md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Prototype spec and BOM in prototype-spec.md</a:t>
            </a:r>
          </a:p>
          <a:p>
            <a:pPr>
              <a:spcAft>
                <a:spcPts val="600"/>
              </a:spcAft>
              <a:defRPr sz="2000">
                <a:solidFill>
                  <a:srgbClr val="161E27"/>
                </a:solidFill>
              </a:defRPr>
            </a:pPr>
            <a:r>
              <a:t>Detailed line-item budget in nidhi-prayas-budget.csv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787878"/>
                </a:solidFill>
              </a:defRPr>
            </a:pPr>
            <a:r>
              <a:t>Skynet • NIDHI-PRAYAS •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