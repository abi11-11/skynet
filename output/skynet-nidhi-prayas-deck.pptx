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Skynet — NIDHI-PRAYAS Grant Pitch Deck (Final Draft)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**Applicant project:** Skynet Agricultural Drone Proof-of-Coverage System</a:t>
            </a:r>
          </a:p>
          <a:p>
            <a:r>
              <a:t>**Program:** NIDHI-PRAYAS (DST, Govt. of India) · Grant up to **₹10,00,000** · Duration **up to 18 months (Skynet plan: 6–8 months)**</a:t>
            </a:r>
          </a:p>
          <a:p>
            <a:r>
              <a:t>**Sector:** Agriculture · IoT · Precision Farming</a:t>
            </a:r>
          </a:p>
          <a:p>
            <a:r>
              <a:t>**Date:** May 2026</a:t>
            </a:r>
          </a:p>
          <a:p>
            <a:r>
              <a:t>**Status:** Final draft — replace the placeholders in `team-and-eligibility.md` before submission</a:t>
            </a:r>
          </a:p>
          <a:p>
            <a:r>
              <a:t>&gt; Notes:</a:t>
            </a:r>
          </a:p>
          <a:p>
            <a:r>
              <a:t>&gt; - Link to Team &amp; Eligibility: ../output/planning-artifacts/grants/nidhi-prayas/team-and-eligibility.md</a:t>
            </a:r>
          </a:p>
          <a:p>
            <a:r>
              <a:t>&gt; - Prototype spec: ../output/planning-artifacts/grants/nidhi-prayas/prototype-spec.md</a:t>
            </a:r>
          </a:p>
          <a:p>
            <a:r>
              <a:t>&gt; - Budget CSV: ../output/planning-artifacts/grants/nidhi-prayas/nidhi-prayas-budget.csv</a:t>
            </a:r>
          </a:p>
          <a:p>
            <a:r>
              <a:t>&gt; - Replace all `[PLACEHOLDER]` fields and attach required ID docs before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# Skynet</a:t>
            </a:r>
          </a:p>
          <a:p>
            <a:pPr>
              <a:defRPr sz="1800"/>
            </a:pPr>
            <a:r>
              <a:t>### Verifiable Drone Spray Coverage for Tamil Nadu Farmers</a:t>
            </a:r>
          </a:p>
          <a:p>
            <a:pPr>
              <a:defRPr sz="1800"/>
            </a:pPr>
            <a:r>
              <a:t>**NIDHI-PRAYAS Prototype Grant Application**</a:t>
            </a:r>
          </a:p>
          <a:p>
            <a:pPr>
              <a:defRPr sz="1800"/>
            </a:pPr>
            <a:r>
              <a:t>- **Innovator / Startup:** Skynet</a:t>
            </a:r>
          </a:p>
          <a:p>
            <a:pPr>
              <a:defRPr sz="1800"/>
            </a:pPr>
            <a:r>
              <a:t>- **Location:** Coimbatore, Tamil Nadu</a:t>
            </a:r>
          </a:p>
          <a:p>
            <a:pPr>
              <a:defRPr sz="1800"/>
            </a:pPr>
            <a:r>
              <a:t>- **Grant sought:** ₹ 10,00,000</a:t>
            </a:r>
          </a:p>
          <a:p>
            <a:pPr>
              <a:defRPr sz="1800"/>
            </a:pPr>
            <a:r>
              <a:t>- **Duration:** 6–8 months</a:t>
            </a:r>
          </a:p>
          <a:p>
            <a:pPr>
              <a:defRPr sz="1800"/>
            </a:pPr>
            <a:r>
              <a:t>*Making every acre of drone spray accountable — hardware-verified, farmer-trusted.*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### Farmers pay for drone spraying — but cannot verify it happened</a:t>
            </a:r>
          </a:p>
          <a:p>
            <a:pPr>
              <a:defRPr sz="1800"/>
            </a:pPr>
            <a:r>
              <a:t>- No proof of coverage → disputes and low trust</a:t>
            </a:r>
          </a:p>
          <a:p>
            <a:pPr>
              <a:defRPr sz="1800"/>
            </a:pPr>
            <a:r>
              <a:t>- Manual labour shortage → drones essential</a:t>
            </a:r>
          </a:p>
          <a:p>
            <a:pPr>
              <a:defRPr sz="1800"/>
            </a:pPr>
            <a:r>
              <a:t>- Chemical waste &amp; cost → precision needed</a:t>
            </a:r>
          </a:p>
          <a:p>
            <a:pPr>
              <a:defRPr sz="1800"/>
            </a:pPr>
            <a:r>
              <a:t>- Smallholder exclusion → need affordable DaaS</a:t>
            </a:r>
          </a:p>
          <a:p>
            <a:pPr>
              <a:defRPr sz="1800"/>
            </a:pPr>
            <a:r>
              <a:t>_Farmer question today:_ "Did the pilot actually cover my entire field?"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Our Solution: PCVM Gen-1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Refer to prototype spec: `../output/planning-artifacts/grants/nidhi-prayas/prototype-spec.md`</a:t>
            </a:r>
          </a:p>
          <a:p>
            <a:pPr>
              <a:defRPr sz="1800"/>
            </a:pPr>
            <a:r>
              <a:t>Key capabilities:</a:t>
            </a:r>
          </a:p>
          <a:p>
            <a:pPr>
              <a:defRPr sz="1800"/>
            </a:pPr>
            <a:r>
              <a:t>- Centimetre-accurate GNSS track logging</a:t>
            </a:r>
          </a:p>
          <a:p>
            <a:pPr>
              <a:defRPr sz="1800"/>
            </a:pPr>
            <a:r>
              <a:t>- Tamper-evident offline logs</a:t>
            </a:r>
          </a:p>
          <a:p>
            <a:pPr>
              <a:defRPr sz="1800"/>
            </a:pPr>
            <a:r>
              <a:t>- Geo-verified coverage maps vs KMZ boundaries</a:t>
            </a:r>
          </a:p>
          <a:p>
            <a:pPr>
              <a:defRPr sz="1800"/>
            </a:pPr>
            <a:r>
              <a:t>- Exportable proof packet (GPX/GeoJSON + coverage 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Innovation &amp;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- Low-cost hardware + analytics for verifiable proof</a:t>
            </a:r>
          </a:p>
          <a:p>
            <a:pPr>
              <a:defRPr sz="1800"/>
            </a:pPr>
            <a:r>
              <a:t>- Offline-first, tamper-evident design for rural use</a:t>
            </a:r>
          </a:p>
          <a:p>
            <a:pPr>
              <a:defRPr sz="1800"/>
            </a:pPr>
            <a:r>
              <a:t>- Boundary-alignment and gap-detection</a:t>
            </a:r>
          </a:p>
          <a:p>
            <a:pPr>
              <a:defRPr sz="1800"/>
            </a:pPr>
            <a:r>
              <a:t>- Trust layer for DaaS pilots and FPOs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Prototype Deliverables (6–8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Primary deliverable: PCVM Gen-1 — field-ready hardware logger + proof packet</a:t>
            </a:r>
          </a:p>
          <a:p>
            <a:pPr>
              <a:defRPr sz="1800"/>
            </a:pPr>
            <a:r>
              <a:t>Sub-systems and acceptance criteria are in `prototype-spec.md`.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—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- Tamil Nadu-first GTM: Coimbatore → Western TN → Delta belt</a:t>
            </a:r>
          </a:p>
          <a:p>
            <a:pPr>
              <a:defRPr sz="1800"/>
            </a:pPr>
            <a:r>
              <a:t>- DaaS pricing band: ₹300–700/acre</a:t>
            </a:r>
          </a:p>
          <a:p>
            <a:pPr>
              <a:defRPr sz="1800"/>
            </a:pPr>
            <a:r>
              <a:t>- Entry cluster economics: 500 farmers × 4 sprays × ₹400 = ₹8,00,000 GMV (single pilot cluster)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—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Revenue streams:</a:t>
            </a:r>
          </a:p>
          <a:p>
            <a:pPr>
              <a:defRPr sz="1800"/>
            </a:pPr>
            <a:r>
              <a:t>- Per-acre service fee</a:t>
            </a:r>
          </a:p>
          <a:p>
            <a:pPr>
              <a:defRPr sz="1800"/>
            </a:pPr>
            <a:r>
              <a:t>- FPO/estate contracts</a:t>
            </a:r>
          </a:p>
          <a:p>
            <a:pPr>
              <a:defRPr sz="1800"/>
            </a:pPr>
            <a:r>
              <a:t>- PCVM rental/sale (post-commercialization)</a:t>
            </a:r>
          </a:p>
          <a:p>
            <a:pPr>
              <a:defRPr sz="1800"/>
            </a:pPr>
            <a:r>
              <a:t>- Data services (Phase 2)</a:t>
            </a:r>
          </a:p>
          <a:p>
            <a:pPr>
              <a:defRPr sz="1800"/>
            </a:pPr>
            <a:r>
              <a:t>NIDHI-PRAYAS phase focuses on prototype validation; revenue starts after field proof.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— 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Skynet differentiator: hardware-verified proof + FPO-first GTM + rural offline 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— Roadmap (6–8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High-level phases and milestones mirror `nidhi-prayas-budget.csv` milestones. Success criteria: ≥95% coverage detection, reliable offline logs, 10+ field trials.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— Budget (₹10,00,000)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See machine-readable budget: `nidhi-prayas-budget.csv`</a:t>
            </a:r>
          </a:p>
          <a:p>
            <a:pPr>
              <a:defRPr sz="1800"/>
            </a:pPr>
            <a:r>
              <a:t>Heads include sensors, electronics, integration, field trials, PRAYAS Shala prototyping, firmware, compliance, contingency.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—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Fill team details in: `team-and-eligibility.md`</a:t>
            </a:r>
          </a:p>
          <a:p>
            <a:pPr>
              <a:defRPr sz="1800"/>
            </a:pPr>
            <a:r>
              <a:t>Key roles to list: Lead Innovator, Hardware/IoT, Firmware, Agriculture Advisor, Drone Ops, Business/GTM.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— Traction &amp; Validation (Pre-Grant)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- Market research and PRD completed</a:t>
            </a:r>
          </a:p>
          <a:p>
            <a:pPr>
              <a:defRPr sz="1800"/>
            </a:pPr>
            <a:r>
              <a:t>- Prototype: NOT YET (this grant funds Gen-1)</a:t>
            </a:r>
          </a:p>
          <a:p>
            <a:pPr>
              <a:defRPr sz="1800"/>
            </a:pPr>
            <a:r>
              <a:t>- Planned validation: 10 field trials, pilot MOUs, 20+ feedback sessions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— IP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- IP vests with applicant per PRAYAS terms (see `team-and-eligibility.md`)</a:t>
            </a:r>
          </a:p>
          <a:p>
            <a:pPr>
              <a:defRPr sz="1800"/>
            </a:pPr>
            <a:r>
              <a:t>- Citizenship proof and NOC required for submission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— Commercialization (Post-Prototype)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Month 9–12: Pilot batch (20–30 units) and beta bookings</a:t>
            </a:r>
          </a:p>
          <a:p>
            <a:pPr>
              <a:defRPr sz="1800"/>
            </a:pPr>
            <a:r>
              <a:t>Month 12–18: FPO contracts; unit economics validation</a:t>
            </a:r>
          </a:p>
          <a:p>
            <a:pPr>
              <a:defRPr sz="1800"/>
            </a:pPr>
            <a:r>
              <a:t>Year 3+: Regional expansion and data 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—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We request ₹10,00,000 under NIDHI-PRAYAS to build and field-validate the PCVM Gen-1 prototype. </a:t>
            </a:r>
          </a:p>
          <a:p>
            <a:pPr>
              <a:defRPr sz="1800"/>
            </a:pPr>
            <a:r>
              <a:t>Deliverables: field-tested prototype (TRL 6), DST reporting pack, commercialization plan.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&amp; 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Attach the following when submitting to a PRAYAS Centre:</a:t>
            </a:r>
          </a:p>
          <a:p>
            <a:pPr>
              <a:defRPr sz="1800"/>
            </a:pPr>
            <a:r>
              <a:t>- Completed application form</a:t>
            </a:r>
          </a:p>
          <a:p>
            <a:pPr>
              <a:defRPr sz="1800"/>
            </a:pPr>
            <a:r>
              <a:t>- `team-and-eligibility.md` with ID docs</a:t>
            </a:r>
          </a:p>
          <a:p>
            <a:pPr>
              <a:defRPr sz="1800"/>
            </a:pPr>
            <a:r>
              <a:t>- `prototype-spec.md` and BOM</a:t>
            </a:r>
          </a:p>
          <a:p>
            <a:pPr>
              <a:defRPr sz="1800"/>
            </a:pPr>
            <a:r>
              <a:t>- `nidhi-prayas-budget.csv` and exported spreadsheet</a:t>
            </a:r>
          </a:p>
          <a:p>
            <a:pPr>
              <a:defRPr sz="1800"/>
            </a:pPr>
            <a:r>
              <a:t>- Pitch deck PDF / PPTX exported from this markdown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Contact: Fill Lead Innovator details in `team-and-eligibility.md`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524000"/>
            <a:ext cx="10922000" cy="53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_Drafted by Paige + automated doc assembly. Replace placeholders and attach required identity documents before submission._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